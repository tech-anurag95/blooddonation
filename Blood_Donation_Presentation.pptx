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14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Blood Donation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Web Application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DC143C"/>
                </a:solidFill>
              </a:defRPr>
            </a:pPr>
            <a: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DC1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282828"/>
                </a:solidFill>
              </a:defRPr>
            </a:pPr>
            <a:r>
              <a:t>🩸 A full-fledged web application connecting blood donors with people in emergency need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282828"/>
                </a:solidFill>
              </a:defRPr>
            </a:pPr>
            <a:r>
              <a:t>📍 Geolocation-based donor search and matching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282828"/>
                </a:solidFill>
              </a:defRPr>
            </a:pPr>
            <a:r>
              <a:t>⏱️ Real-time communication between donors and requestors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282828"/>
                </a:solidFill>
              </a:defRPr>
            </a:pPr>
            <a:r>
              <a:t>💡 Modern, responsive UI with Tailwind CSS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282828"/>
                </a:solidFill>
              </a:defRPr>
            </a:pPr>
            <a:r>
              <a:t>🔐 Secure user authentication for donors and emergency requestors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DC143C"/>
                </a:solidFill>
              </a:defRPr>
            </a:pPr>
            <a:r>
              <a:t>Key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DC1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282828"/>
                </a:solidFill>
              </a:defRPr>
            </a:pPr>
            <a:r>
              <a:t>✅ User authentication (Donor &amp; Emergency Requestor roles)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282828"/>
                </a:solidFill>
              </a:defRPr>
            </a:pPr>
            <a:r>
              <a:t>✅ Geolocation-based donor search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282828"/>
                </a:solidFill>
              </a:defRPr>
            </a:pPr>
            <a:r>
              <a:t>✅ Real-time messaging with Socket.io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282828"/>
                </a:solidFill>
              </a:defRPr>
            </a:pPr>
            <a:r>
              <a:t>✅ Donor profile management and blood type filtering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282828"/>
                </a:solidFill>
              </a:defRPr>
            </a:pPr>
            <a:r>
              <a:t>✅ Blood request creation and tracking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282828"/>
                </a:solidFill>
              </a:defRPr>
            </a:pPr>
            <a:r>
              <a:t>✅ Responsive design for mobile &amp; desktop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DC143C"/>
                </a:solidFill>
              </a:defRPr>
            </a:pPr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DC1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282828"/>
                </a:solidFill>
              </a:defRPr>
            </a:pPr>
            <a:r>
              <a:t>🎨 Frontend: React 18, Tailwind CSS, Axios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282828"/>
                </a:solidFill>
              </a:defRPr>
            </a:pPr>
            <a:r>
              <a:t>⚙️ Backend: Node.js, Express.js, MongoDB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282828"/>
                </a:solidFill>
              </a:defRPr>
            </a:pPr>
            <a:r>
              <a:t>🔄 Real-time: Socket.io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282828"/>
                </a:solidFill>
              </a:defRPr>
            </a:pPr>
            <a:r>
              <a:t>🗺️ Maps: Google Maps API / Mapbox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282828"/>
                </a:solidFill>
              </a:defRPr>
            </a:pPr>
            <a:r>
              <a:t>📱 Responsive Design: Mobile First Approach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DC143C"/>
                </a:solidFill>
              </a:defRPr>
            </a:pPr>
            <a:r>
              <a:t>Application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DC1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282828"/>
                </a:solidFill>
              </a:defRPr>
            </a:pPr>
            <a:r>
              <a:t>/client - React frontend application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282828"/>
                </a:solidFill>
              </a:defRPr>
            </a:pPr>
            <a:r>
              <a:t>/server - Express.js backend API with MongoDB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282828"/>
                </a:solidFill>
              </a:defRPr>
            </a:pPr>
            <a:r>
              <a:t>Modular component structure for easy customization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282828"/>
                </a:solidFill>
              </a:defRPr>
            </a:pPr>
            <a:r>
              <a:t>RESTful API endpoints for all operations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282828"/>
                </a:solidFill>
              </a:defRPr>
            </a:pPr>
            <a:r>
              <a:t>Real-time updates via WebSocket connections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DC143C"/>
                </a:solidFill>
              </a:defRPr>
            </a:pPr>
            <a:r>
              <a:t>User Roles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DC1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282828"/>
                </a:solidFill>
              </a:defRPr>
            </a:pPr>
            <a:r>
              <a:t>👨‍⚕️ Donors: Register blood type, location, availability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282828"/>
                </a:solidFill>
              </a:defRPr>
            </a:pPr>
            <a:r>
              <a:t>📋 Create and manage donor profiles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282828"/>
                </a:solidFill>
              </a:defRPr>
            </a:pPr>
            <a:r>
              <a:t>⚡ Emergency Requestors: Search for nearby donors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282828"/>
                </a:solidFill>
              </a:defRPr>
            </a:pPr>
            <a:r>
              <a:t>💬 Send requests and communicate with donors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282828"/>
                </a:solidFill>
              </a:defRPr>
            </a:pPr>
            <a:r>
              <a:t>📊 Track blood request status in real-time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DC143C"/>
                </a:solidFill>
              </a:defRPr>
            </a:pPr>
            <a:r>
              <a:t>Core Pages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DC1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282828"/>
                </a:solidFill>
              </a:defRPr>
            </a:pPr>
            <a:r>
              <a:t>🏠 Home - Landing page with overview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282828"/>
                </a:solidFill>
              </a:defRPr>
            </a:pPr>
            <a:r>
              <a:t>🔐 Login/Register - Secure authentication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282828"/>
                </a:solidFill>
              </a:defRPr>
            </a:pPr>
            <a:r>
              <a:t>📍 Find Donors - Search and filter donors by location &amp; blood type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282828"/>
                </a:solidFill>
              </a:defRPr>
            </a:pPr>
            <a:r>
              <a:t>🩸 Request Blood - Create and track blood requests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282828"/>
                </a:solidFill>
              </a:defRPr>
            </a:pPr>
            <a:r>
              <a:t>👤 Profile - Manage personal and blood donation information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282828"/>
                </a:solidFill>
              </a:defRPr>
            </a:pPr>
            <a:r>
              <a:t>📊 Dashboard - View statistics and activity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DC143C"/>
                </a:solidFill>
              </a:defRPr>
            </a:pPr>
            <a:r>
              <a:t>Database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DC1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282828"/>
                </a:solidFill>
              </a:defRPr>
            </a:pPr>
            <a:r>
              <a:t>User Model: Email, password, name, blood type, location, role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282828"/>
                </a:solidFill>
              </a:defRPr>
            </a:pPr>
            <a:r>
              <a:t>Blood Request Model: Request details, urgency, status, requester info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282828"/>
                </a:solidFill>
              </a:defRPr>
            </a:pPr>
            <a:r>
              <a:t>Donation Model: Donation history, date, amount, recipient info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282828"/>
                </a:solidFill>
              </a:defRPr>
            </a:pPr>
            <a:r>
              <a:t>All models include timestamps and reference relationships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DC143C"/>
                </a:solidFill>
              </a:defRPr>
            </a:pPr>
            <a:r>
              <a:t>Typical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DC1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282828"/>
                </a:solidFill>
              </a:defRPr>
            </a:pPr>
            <a:r>
              <a:t>1️⃣ Emergency requestor creates a blood request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282828"/>
                </a:solidFill>
              </a:defRPr>
            </a:pPr>
            <a:r>
              <a:t>2️⃣ System searches nearby donors by geolocation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282828"/>
                </a:solidFill>
              </a:defRPr>
            </a:pPr>
            <a:r>
              <a:t>3️⃣ Notifications sent to eligible donors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282828"/>
                </a:solidFill>
              </a:defRPr>
            </a:pPr>
            <a:r>
              <a:t>4️⃣ Donors can accept or decline requests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282828"/>
                </a:solidFill>
              </a:defRPr>
            </a:pPr>
            <a:r>
              <a:t>5️⃣ Real-time messaging between donor &amp; requestor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282828"/>
                </a:solidFill>
              </a:defRPr>
            </a:pPr>
            <a:r>
              <a:t>6️⃣ Request status tracked through completion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DC143C"/>
                </a:solidFill>
              </a:defRPr>
            </a:pPr>
            <a:r>
              <a:t>Security &amp; Authentication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DC1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282828"/>
                </a:solidFill>
              </a:defRPr>
            </a:pPr>
            <a:r>
              <a:t>✔️ Password hashing and secure storage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282828"/>
                </a:solidFill>
              </a:defRPr>
            </a:pPr>
            <a:r>
              <a:t>✔️ JWT-based authentication tokens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282828"/>
                </a:solidFill>
              </a:defRPr>
            </a:pPr>
            <a:r>
              <a:t>✔️ Protected API endpoints with middleware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282828"/>
                </a:solidFill>
              </a:defRPr>
            </a:pPr>
            <a:r>
              <a:t>✔️ Role-based access control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282828"/>
                </a:solidFill>
              </a:defRPr>
            </a:pPr>
            <a:r>
              <a:t>✔️ Data validation and sanitization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DC143C"/>
                </a:solidFill>
              </a:defRPr>
            </a:pPr>
            <a:r>
              <a:t>Future Enhancements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DC1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282828"/>
                </a:solidFill>
              </a:defRPr>
            </a:pPr>
            <a:r>
              <a:t>🏥 Hospital integration and blood inventory management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282828"/>
                </a:solidFill>
              </a:defRPr>
            </a:pPr>
            <a:r>
              <a:t>📊 Advanced analytics and donor statistics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282828"/>
                </a:solidFill>
              </a:defRPr>
            </a:pPr>
            <a:r>
              <a:t>🔔 Push notifications for mobile app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282828"/>
                </a:solidFill>
              </a:defRPr>
            </a:pPr>
            <a:r>
              <a:t>🌍 Multi-language support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282828"/>
                </a:solidFill>
              </a:defRPr>
            </a:pPr>
            <a:r>
              <a:t>⭐ Rating and review system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282828"/>
                </a:solidFill>
              </a:defRPr>
            </a:pPr>
            <a:r>
              <a:t>🤝 Community donation drives and events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DC143C"/>
                </a:solidFill>
              </a:defRPr>
            </a:pPr>
            <a:r>
              <a:t>Getting Started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DC1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282828"/>
                </a:solidFill>
              </a:defRPr>
            </a:pPr>
            <a:r>
              <a:t>1. Clone the repository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282828"/>
                </a:solidFill>
              </a:defRPr>
            </a:pPr>
            <a:r>
              <a:t>2. Install dependencies: npm install (both client &amp; server)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282828"/>
                </a:solidFill>
              </a:defRPr>
            </a:pPr>
            <a:r>
              <a:t>3. Configure MongoDB connection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282828"/>
                </a:solidFill>
              </a:defRPr>
            </a:pPr>
            <a:r>
              <a:t>4. Set environment variables (.env)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282828"/>
                </a:solidFill>
              </a:defRPr>
            </a:pPr>
            <a:r>
              <a:t>5. Run: npm start (server) and npm start (client)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282828"/>
                </a:solidFill>
              </a:defRPr>
            </a:pPr>
            <a:r>
              <a:t>6. Access at http://localhost:3000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DC143C"/>
                </a:solidFill>
              </a:defRPr>
            </a:pPr>
            <a:r>
              <a:t>Customization Points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DC1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282828"/>
                </a:solidFill>
              </a:defRPr>
            </a:pPr>
            <a:r>
              <a:t>🎨 API endpoints modifiable in server routes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282828"/>
                </a:solidFill>
              </a:defRPr>
            </a:pPr>
            <a:r>
              <a:t>🧩 UI components are modular and customizable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282828"/>
                </a:solidFill>
              </a:defRPr>
            </a:pPr>
            <a:r>
              <a:t>📚 Database schema can be extended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282828"/>
                </a:solidFill>
              </a:defRPr>
            </a:pPr>
            <a:r>
              <a:t>⚡ Real-time features scalable with Socket.io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400">
                <a:solidFill>
                  <a:srgbClr val="282828"/>
                </a:solidFill>
              </a:defRPr>
            </a:pPr>
            <a:r>
              <a:t>🔧 Configure Tailwind CSS for branding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14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Save Lives Through Technology</a:t>
            </a:r>
          </a:p>
          <a:p>
            <a:pPr algn="ctr">
              <a:spcBef>
                <a:spcPts val="2000"/>
              </a:spcBef>
              <a:defRPr sz="2800">
                <a:solidFill>
                  <a:srgbClr val="FFFFFF"/>
                </a:solidFill>
              </a:defRPr>
            </a:pPr>
            <a:r>
              <a:t>Making Blood Donation Accessible &amp; Easy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